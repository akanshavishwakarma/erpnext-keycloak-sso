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1" r:id="rId5"/>
    <p:sldId id="270" r:id="rId6"/>
    <p:sldId id="269" r:id="rId7"/>
    <p:sldId id="272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48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Bibo Employee Tracking</a:t>
            </a:r>
            <a:br/>
            <a:r>
              <a:t>Keycloak SSO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3154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E6F0"/>
                </a:solidFill>
              </a:defRPr>
            </a:pPr>
            <a:r>
              <a:t>End-to-End Implementation, Architecture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4800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AE6B4"/>
                </a:solidFill>
              </a:defRPr>
            </a:pPr>
            <a:r>
              <a:t>POC Status: Successfully implemented and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1.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What the integration was designed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rPr dirty="0"/>
              <a:t>Centralize authentication through </a:t>
            </a:r>
            <a:r>
              <a:rPr dirty="0" err="1"/>
              <a:t>Keycloak</a:t>
            </a:r>
            <a:r>
              <a:rPr dirty="0"/>
              <a:t> for the HR </a:t>
            </a:r>
            <a:r>
              <a:rPr dirty="0" smtClean="0"/>
              <a:t>application</a:t>
            </a:r>
            <a:r>
              <a:rPr lang="en-IN" dirty="0" smtClean="0"/>
              <a:t> </a:t>
            </a:r>
            <a:r>
              <a:rPr lang="en-IN" b="1" dirty="0" smtClean="0"/>
              <a:t>(later we’ll take </a:t>
            </a:r>
            <a:r>
              <a:rPr lang="en-IN" b="1" dirty="0" err="1" smtClean="0"/>
              <a:t>ERPNext</a:t>
            </a:r>
            <a:r>
              <a:rPr lang="en-IN" b="1" dirty="0" smtClean="0"/>
              <a:t> application)</a:t>
            </a:r>
            <a:r>
              <a:rPr dirty="0" smtClean="0"/>
              <a:t>.</a:t>
            </a:r>
            <a:endParaRPr dirty="0"/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rPr dirty="0"/>
              <a:t>After successful </a:t>
            </a:r>
            <a:r>
              <a:rPr dirty="0" err="1"/>
              <a:t>Keycloak</a:t>
            </a:r>
            <a:r>
              <a:rPr dirty="0"/>
              <a:t> login, activate the already-running </a:t>
            </a:r>
            <a:r>
              <a:rPr dirty="0" err="1"/>
              <a:t>Bibo</a:t>
            </a:r>
            <a:r>
              <a:rPr dirty="0"/>
              <a:t> Desktop automatically.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rPr dirty="0"/>
              <a:t>Use the same authenticated identity to map the employee to the </a:t>
            </a:r>
            <a:r>
              <a:rPr dirty="0" err="1"/>
              <a:t>Bibo</a:t>
            </a:r>
            <a:r>
              <a:rPr dirty="0"/>
              <a:t> backend user.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rPr dirty="0"/>
              <a:t>Allow </a:t>
            </a:r>
            <a:r>
              <a:rPr dirty="0" err="1"/>
              <a:t>Bibo</a:t>
            </a:r>
            <a:r>
              <a:rPr dirty="0"/>
              <a:t> Desktop to send activity data without a separate manual </a:t>
            </a:r>
            <a:r>
              <a:rPr dirty="0" err="1"/>
              <a:t>Bibo</a:t>
            </a:r>
            <a:r>
              <a:rPr dirty="0"/>
              <a:t> login.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</a:defRPr>
            </a:pPr>
            <a:r>
              <a:rPr dirty="0"/>
              <a:t>Verify the complete flow from browser login to backend activity synchronization.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Bibo Employee Tracking – Keycloak SSO POC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2. 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Components used in the local POC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46888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21396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65A4"/>
                </a:solidFill>
              </a:defRPr>
            </a:pPr>
            <a:r>
              <a:t>Keycloak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47088"/>
            <a:ext cx="2139696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Identity provider</a:t>
            </a:r>
            <a:br/>
            <a:r>
              <a:t>Realm: master</a:t>
            </a:r>
            <a:br/>
            <a:r>
              <a:t>Client: hr-app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280160"/>
            <a:ext cx="246888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10712" y="1389888"/>
            <a:ext cx="21396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HR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0712" y="1847088"/>
            <a:ext cx="2139696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Flask application</a:t>
            </a:r>
            <a:br/>
            <a:r>
              <a:t>Port: 8081</a:t>
            </a:r>
            <a:br/>
            <a:r>
              <a:t>OIDC login + callback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280160"/>
            <a:ext cx="246888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08192" y="1389888"/>
            <a:ext cx="21396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Bibo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1847088"/>
            <a:ext cx="2139696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Go + Gin API</a:t>
            </a:r>
            <a:br/>
            <a:r>
              <a:t>Port: 8090</a:t>
            </a:r>
            <a:br/>
            <a:r>
              <a:t>JWT + sync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280160"/>
            <a:ext cx="246888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05672" y="1389888"/>
            <a:ext cx="21396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D3D"/>
                </a:solidFill>
              </a:defRPr>
            </a:pPr>
            <a:r>
              <a:t>Bibo Desktop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5672" y="1847088"/>
            <a:ext cx="2139696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Tauri/Rust</a:t>
            </a:r>
            <a:br/>
            <a:r>
              <a:t>Local server: 47615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80"/>
            <a:ext cx="1965960" cy="77724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Keycloak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68880" y="3771900"/>
            <a:ext cx="320040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88920" y="3383280"/>
            <a:ext cx="1965960" cy="7772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HR App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54879" y="3771900"/>
            <a:ext cx="320041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74920" y="3383280"/>
            <a:ext cx="196596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Bibo Backend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40879" y="3771900"/>
            <a:ext cx="320041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60920" y="3383280"/>
            <a:ext cx="1965960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Bibo Desktop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26880" y="3771900"/>
            <a:ext cx="320040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46920" y="3383280"/>
            <a:ext cx="196596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</a:defRPr>
            </a:pPr>
            <a:r>
              <a:t>Database: PostgreSQL 16 (bibo_postgres)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</a:defRPr>
            </a:pPr>
            <a:r>
              <a:t>Demo identity: hr-user1@example.com</a:t>
            </a:r>
          </a:p>
          <a:p>
            <a:pPr>
              <a:spcAft>
                <a:spcPts val="900"/>
              </a:spcAft>
              <a:defRPr sz="1500">
                <a:solidFill>
                  <a:srgbClr val="2D2D2D"/>
                </a:solidFill>
              </a:defRPr>
            </a:pPr>
            <a:r>
              <a:t>Demo business: Hawk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Bibo Employee Tracking – Keycloak SSO POC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292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en-IN" sz="2400" b="1" dirty="0" smtClean="0"/>
              <a:t>To run </a:t>
            </a:r>
            <a:r>
              <a:rPr lang="en-IN" sz="2400" b="1" dirty="0"/>
              <a:t>application (HR):-</a:t>
            </a:r>
            <a:r>
              <a:rPr lang="en-IN" sz="2400" dirty="0"/>
              <a:t>cd "C:\Users\MY PC\Downloads\</a:t>
            </a:r>
            <a:r>
              <a:rPr lang="en-IN" sz="2400" dirty="0" err="1"/>
              <a:t>keycloak_hr_cloud_sales_demo</a:t>
            </a:r>
            <a:r>
              <a:rPr lang="en-IN" sz="2400" dirty="0"/>
              <a:t>"</a:t>
            </a:r>
            <a:br>
              <a:rPr lang="en-IN" sz="2400" dirty="0"/>
            </a:br>
            <a:r>
              <a:rPr lang="en-IN" sz="2400" dirty="0"/>
              <a:t>$</a:t>
            </a:r>
            <a:r>
              <a:rPr lang="en-IN" sz="2400" dirty="0" err="1"/>
              <a:t>env:KEYCLOAK_REALM</a:t>
            </a:r>
            <a:r>
              <a:rPr lang="en-IN" sz="2400" dirty="0"/>
              <a:t>="master"</a:t>
            </a:r>
            <a:br>
              <a:rPr lang="en-IN" sz="2400" dirty="0"/>
            </a:br>
            <a:r>
              <a:rPr lang="en-IN" sz="2400" dirty="0"/>
              <a:t>python .\hr_app.py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4618"/>
            <a:ext cx="12192000" cy="558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62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2302836" cy="1380693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en-IN" sz="2400" b="1" dirty="0"/>
              <a:t>To run </a:t>
            </a:r>
            <a:r>
              <a:rPr lang="en-IN" sz="2400" b="1" dirty="0" err="1"/>
              <a:t>Bibo</a:t>
            </a:r>
            <a:r>
              <a:rPr lang="en-IN" sz="2400" b="1" dirty="0"/>
              <a:t> Desktop </a:t>
            </a:r>
            <a:r>
              <a:rPr lang="en-IN" sz="2400" b="1" dirty="0" smtClean="0"/>
              <a:t>:-</a:t>
            </a:r>
            <a:r>
              <a:rPr lang="en-US" sz="2400" dirty="0"/>
              <a:t>cd "C:\Users\MY PC\Desktop\</a:t>
            </a:r>
            <a:r>
              <a:rPr lang="en-US" sz="2400" dirty="0" err="1"/>
              <a:t>bibo</a:t>
            </a:r>
            <a:r>
              <a:rPr lang="en-US" sz="2400" dirty="0"/>
              <a:t>-</a:t>
            </a:r>
            <a:r>
              <a:rPr lang="en-US" sz="2400" dirty="0" err="1"/>
              <a:t>emplooyee</a:t>
            </a:r>
            <a:r>
              <a:rPr lang="en-US" sz="2400" dirty="0"/>
              <a:t>-tracking\apps\desktop"</a:t>
            </a:r>
            <a:br>
              <a:rPr lang="en-US" sz="2400" dirty="0"/>
            </a:br>
            <a:r>
              <a:rPr lang="en-US" sz="2400" dirty="0" smtClean="0"/>
              <a:t>                   $</a:t>
            </a:r>
            <a:r>
              <a:rPr lang="en-US" sz="2400" dirty="0" err="1"/>
              <a:t>env:CTRACKING_BACKEND_URL</a:t>
            </a:r>
            <a:r>
              <a:rPr lang="en-US" sz="2400" dirty="0"/>
              <a:t>="http://</a:t>
            </a:r>
            <a:r>
              <a:rPr lang="en-US" sz="2400" dirty="0" smtClean="0"/>
              <a:t>127.0.0.1:8090"</a:t>
            </a:r>
            <a:br>
              <a:rPr lang="en-US" sz="2400" dirty="0" smtClean="0"/>
            </a:br>
            <a:r>
              <a:rPr lang="en-US" sz="2400" dirty="0" err="1" smtClean="0"/>
              <a:t>pnpm</a:t>
            </a:r>
            <a:r>
              <a:rPr lang="en-US" sz="2400" dirty="0" smtClean="0"/>
              <a:t> </a:t>
            </a:r>
            <a:r>
              <a:rPr lang="en-US" sz="2400" dirty="0" err="1"/>
              <a:t>tauri</a:t>
            </a:r>
            <a:r>
              <a:rPr lang="en-US" sz="2400" dirty="0"/>
              <a:t> </a:t>
            </a:r>
            <a:r>
              <a:rPr lang="en-US" sz="2400" dirty="0" err="1"/>
              <a:t>dev</a:t>
            </a:r>
            <a:endParaRPr lang="en-IN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4836"/>
            <a:ext cx="121920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707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2376726" cy="14176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sz="2400" b="1" dirty="0"/>
              <a:t>To run </a:t>
            </a:r>
            <a:r>
              <a:rPr lang="en-IN" sz="2400" b="1" dirty="0" err="1"/>
              <a:t>Bibo</a:t>
            </a:r>
            <a:r>
              <a:rPr lang="en-IN" sz="2400" b="1" dirty="0"/>
              <a:t> </a:t>
            </a:r>
            <a:r>
              <a:rPr lang="en-IN" sz="2400" b="1" dirty="0" smtClean="0"/>
              <a:t>backend</a:t>
            </a:r>
            <a:r>
              <a:rPr lang="en-IN" sz="2400" dirty="0" smtClean="0"/>
              <a:t>:-</a:t>
            </a:r>
            <a:r>
              <a:rPr lang="en-US" sz="2400" dirty="0"/>
              <a:t>cd "C:\Users\MY PC\Desktop\</a:t>
            </a:r>
            <a:r>
              <a:rPr lang="en-US" sz="2400" dirty="0" err="1"/>
              <a:t>bibo</a:t>
            </a:r>
            <a:r>
              <a:rPr lang="en-US" sz="2400" dirty="0"/>
              <a:t>-</a:t>
            </a:r>
            <a:r>
              <a:rPr lang="en-US" sz="2400" dirty="0" err="1"/>
              <a:t>emplooyee</a:t>
            </a:r>
            <a:r>
              <a:rPr lang="en-US" sz="2400" dirty="0"/>
              <a:t>-tracking\apps\backend"</a:t>
            </a:r>
            <a:br>
              <a:rPr lang="en-US" sz="2400" dirty="0"/>
            </a:br>
            <a:r>
              <a:rPr lang="en-US" sz="2400" dirty="0"/>
              <a:t>go run .\</a:t>
            </a:r>
            <a:r>
              <a:rPr lang="en-US" sz="2400" dirty="0" err="1"/>
              <a:t>cmd</a:t>
            </a:r>
            <a:r>
              <a:rPr lang="en-US" sz="2400" dirty="0"/>
              <a:t>\server</a:t>
            </a:r>
            <a:endParaRPr lang="en-IN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636"/>
            <a:ext cx="12192000" cy="529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4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2127343" cy="14176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en-IN" sz="2400" b="1" dirty="0"/>
              <a:t>To run </a:t>
            </a:r>
            <a:r>
              <a:rPr lang="en-IN" sz="2400" b="1" dirty="0" err="1"/>
              <a:t>Bibo</a:t>
            </a:r>
            <a:r>
              <a:rPr lang="en-IN" sz="2400" b="1" dirty="0"/>
              <a:t> </a:t>
            </a:r>
            <a:r>
              <a:rPr lang="en-IN" sz="2400" b="1" dirty="0" smtClean="0"/>
              <a:t>backend (in detail)</a:t>
            </a:r>
            <a:r>
              <a:rPr lang="en-IN" sz="2400" dirty="0" smtClean="0"/>
              <a:t>:-</a:t>
            </a:r>
            <a:r>
              <a:rPr lang="en-US" sz="2400" dirty="0"/>
              <a:t>cd "C:\Users\MY PC\Desktop\</a:t>
            </a:r>
            <a:r>
              <a:rPr lang="en-US" sz="2400" dirty="0" err="1"/>
              <a:t>bibo</a:t>
            </a:r>
            <a:r>
              <a:rPr lang="en-US" sz="2400" dirty="0"/>
              <a:t>-</a:t>
            </a:r>
            <a:r>
              <a:rPr lang="en-US" sz="2400" dirty="0" err="1"/>
              <a:t>emplooyee</a:t>
            </a:r>
            <a:r>
              <a:rPr lang="en-US" sz="2400" dirty="0"/>
              <a:t>-tracking\apps\backend"</a:t>
            </a:r>
            <a:br>
              <a:rPr lang="en-US" sz="2400" dirty="0"/>
            </a:br>
            <a:r>
              <a:rPr lang="en-US" sz="2400" dirty="0"/>
              <a:t>go run .\</a:t>
            </a:r>
            <a:r>
              <a:rPr lang="en-US" sz="2400" dirty="0" err="1"/>
              <a:t>cmd</a:t>
            </a:r>
            <a:r>
              <a:rPr lang="en-US" sz="2400" dirty="0"/>
              <a:t>\server</a:t>
            </a:r>
            <a:endParaRPr lang="en-IN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05527"/>
            <a:ext cx="12192000" cy="535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43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3. Authentication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Keycloak handles authentication; Bibo receives a verified identity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965960" cy="77724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User opens HR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68880" y="1805940"/>
            <a:ext cx="320040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88920" y="1417320"/>
            <a:ext cx="1965960" cy="7772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Keycloak Login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79" y="1805940"/>
            <a:ext cx="320041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1417320"/>
            <a:ext cx="196596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OIDC Callback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79" y="1805940"/>
            <a:ext cx="320041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60920" y="1417320"/>
            <a:ext cx="1965960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HR Session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0" y="1805940"/>
            <a:ext cx="320040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46920" y="1417320"/>
            <a:ext cx="196596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Bibo 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User opens the HR application at http://127.0.0.1:8081.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HR redirects the user to Keycloak for login.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Keycloak returns an authenticated OIDC response to /callback.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The HR application validates the identity and obtains the Keycloak ID token.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The HR application sends the ID token to the Bibo backend for identity mapping.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Bibo Employee Tracking – Keycloak SSO POC |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4. Automatic Bibo Desktop Activation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Short-lived, one-time activation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1965960" cy="77724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HR App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68880" y="1668780"/>
            <a:ext cx="320040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88920" y="1280160"/>
            <a:ext cx="1965960" cy="7772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/desktop/activation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79" y="1668780"/>
            <a:ext cx="320041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1280160"/>
            <a:ext cx="196596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One-time Code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79" y="1668780"/>
            <a:ext cx="320041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60920" y="1280160"/>
            <a:ext cx="1965960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Desktop /activate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0" y="1668780"/>
            <a:ext cx="320040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46920" y="1280160"/>
            <a:ext cx="196596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Bibo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10789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Backend verifies the Keycloak identity and maps the email to the Bibo user.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Backend generates a 64-character random activation code with a 60-second lifetime.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HR finds the running Bibo Desktop local server and sends the code to /activate.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Desktop exchanges the code with the backend and stores the Bibo session.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The activation code is consumed after successful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Bibo Employee Tracking – Keycloak SSO POC |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5. Identity &amp; Database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Why the initial sync returned HTTP 403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200400" cy="1371600"/>
          </a:xfrm>
          <a:prstGeom prst="roundRect">
            <a:avLst/>
          </a:prstGeom>
          <a:solidFill>
            <a:srgbClr val="F2F5F8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389888"/>
            <a:ext cx="28712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65A4"/>
                </a:solidFill>
              </a:defRPr>
            </a:pPr>
            <a:r>
              <a:t>Keycloak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47088"/>
            <a:ext cx="287121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hr-user1</a:t>
            </a:r>
            <a:br/>
            <a:r>
              <a:t>hr-user1@example.com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280160"/>
            <a:ext cx="3200400" cy="137160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45152" y="1389888"/>
            <a:ext cx="28712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Bibo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1847088"/>
            <a:ext cx="287121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ID: 798b68d2-...</a:t>
            </a:r>
            <a:br/>
            <a:r>
              <a:t>Email matches Keycloak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280160"/>
            <a:ext cx="3200400" cy="1371600"/>
          </a:xfrm>
          <a:prstGeom prst="roundRect">
            <a:avLst/>
          </a:prstGeom>
          <a:solidFill>
            <a:srgbClr val="F2F5F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1389888"/>
            <a:ext cx="28712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Business Membership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1847088"/>
            <a:ext cx="287121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Hawk Demo</a:t>
            </a:r>
            <a:br/>
            <a:r>
              <a:t>Role: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Initial state: the Bibo user existed, but the memberships table was empty and no business existed.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Result: /v1/sync/batch returned HTTP 403 because the authenticated user had no business membership.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Fix: created the Hawk Demo business and linked hr-user1 through the memberships table.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After the mapping was created, the desktop session synchronized activity successfully.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Bibo Employee Tracking – Keycloak SSO POC |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6. Final 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Verified local POC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965960" cy="77724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Keycloak Login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68880" y="1623060"/>
            <a:ext cx="320040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88920" y="1234440"/>
            <a:ext cx="1965960" cy="7772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HR Auth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79" y="1623060"/>
            <a:ext cx="320041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1234440"/>
            <a:ext cx="196596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Activation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0879" y="1623060"/>
            <a:ext cx="320041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60920" y="1234440"/>
            <a:ext cx="1965960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Desktop Session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0" y="1623060"/>
            <a:ext cx="320040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46920" y="1234440"/>
            <a:ext cx="196596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Business Mapping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34640"/>
            <a:ext cx="1965960" cy="777240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Activity Capture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3223260"/>
            <a:ext cx="320040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88920" y="2834640"/>
            <a:ext cx="1965960" cy="7772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/sync/batch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54879" y="3223260"/>
            <a:ext cx="320041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74920" y="2834640"/>
            <a:ext cx="196596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Backend Accepts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79" y="3223260"/>
            <a:ext cx="320041" cy="0"/>
          </a:xfrm>
          <a:prstGeom prst="line">
            <a:avLst/>
          </a:prstGeom>
          <a:ln>
            <a:solidFill>
              <a:srgbClr val="696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60920" y="2834640"/>
            <a:ext cx="1965960" cy="77724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HTTP 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Authentication, activation, identity mapping, and synchronization were all verified.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Final backend log: “sync batch accepted” for the mapped Bibo user/device.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Final endpoint response: POST /v1/sync/batch → HTTP 200.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Bibo Employee Tracking – Keycloak SSO POC |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7. 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Main code and configuration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Backend authentication: Keycloak OIDC verifier added using go-oidc.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POST /v1/auth/keycloak validates the Keycloak token and maps the user by email.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Activation endpoints: POST /v1/auth/desktop/activation and POST /v1/auth/desktop/activate.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Desktop client: activate_with_code() exchanges the one-time code and stores the Bibo session.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Desktop local server: /activate route added while existing routes were preserved.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Development backend override: CTRACKING_BACKEND_URL=http://127.0.0.1:8090.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Build verification: Rust desktop cargo check passed; Go backend go build ./... passed.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Bibo Employee Tracking – Keycloak SSO POC |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8. Security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Controls used in the activation 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435607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65A4"/>
                </a:solidFill>
              </a:defRPr>
            </a:pPr>
            <a:r>
              <a:t>OIDC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92807"/>
            <a:ext cx="3054096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Keycloak token is verified before creating a Bibo activation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435607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One-Time 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92807"/>
            <a:ext cx="3054096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Random 32-byte value encoded as 64 hex characters; consumed after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38328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1435607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Short Expiry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892807"/>
            <a:ext cx="3054096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Activation code expires after 60 seconds.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Actual activation codes and access tokens were not printed in backend logs.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For production hardening, the local activation endpoint can return only success and keep Bibo tokens entirely local.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Client secrets should be stored as environment variables and rotated if exposed during development.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Bibo Employee Tracking – Keycloak SSO POC |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9. Testing &amp; 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What was actually verified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37160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344168"/>
            <a:ext cx="3099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Keycloak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01368"/>
            <a:ext cx="309981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POST /v1/auth/keycloak</a:t>
            </a:r>
            <a:br/>
            <a:r>
              <a:t>HTTP 200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29000" cy="137160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344168"/>
            <a:ext cx="3099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Desktop 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01368"/>
            <a:ext cx="309981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found=true</a:t>
            </a:r>
            <a:br/>
            <a:r>
              <a:t>SUCCESS + HTTP 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429000" cy="137160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1344168"/>
            <a:ext cx="3099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801368"/>
            <a:ext cx="309981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sync batch accepted</a:t>
            </a:r>
            <a:br/>
            <a:r>
              <a:t>HTTP 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Desktop local server was confirmed running on 127.0.0.1:47615.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Initial sync returned 403 because business membership was missing.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After creating the Hawk Demo business and membership, final sync was accepted.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Final observed data: activity=1, keystrokes=0, browser=0; device ID was recorded.</a:t>
            </a:r>
          </a:p>
          <a:p>
            <a:pPr>
              <a:spcAft>
                <a:spcPts val="900"/>
              </a:spcAft>
              <a:defRPr sz="1550">
                <a:solidFill>
                  <a:srgbClr val="2D2D2D"/>
                </a:solidFill>
              </a:defRPr>
            </a:pPr>
            <a:r>
              <a:t>Conclusion: the complete local POC flow is operational.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Bibo Employee Tracking – Keycloak SSO POC |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10. 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Completed vs. follow-up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257800" cy="438912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344168"/>
            <a:ext cx="4928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COMPLETED /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01368"/>
            <a:ext cx="4928616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• Keycloak OIDC login</a:t>
            </a:r>
            <a:br/>
            <a:r>
              <a:t>• HR role-based access</a:t>
            </a:r>
            <a:br/>
            <a:r>
              <a:t>• Bibo identity mapping</a:t>
            </a:r>
            <a:br/>
            <a:r>
              <a:t>• One-time desktop activation</a:t>
            </a:r>
            <a:br/>
            <a:r>
              <a:t>• Desktop session storage</a:t>
            </a:r>
            <a:br/>
            <a:r>
              <a:t>• Business + membership mapping</a:t>
            </a:r>
            <a:br/>
            <a:r>
              <a:t>• Activity synchronization</a:t>
            </a:r>
            <a:br/>
            <a:r>
              <a:t>• HTTP 200 final sync verification</a:t>
            </a:r>
            <a:br/>
            <a:r>
              <a:t>• Backend and desktop builds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257800" cy="4389120"/>
          </a:xfrm>
          <a:prstGeom prst="roundRect">
            <a:avLst/>
          </a:prstGeom>
          <a:solidFill>
            <a:srgbClr val="F2F5F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231" y="1344168"/>
            <a:ext cx="4928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FOLLOW-UP / PRODUCTION 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801368"/>
            <a:ext cx="4928616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• Test additional users and roles</a:t>
            </a:r>
            <a:br/>
            <a:r>
              <a:t>• Test logout/session expiry</a:t>
            </a:r>
            <a:br/>
            <a:r>
              <a:t>• Test desktop restart/re-login</a:t>
            </a:r>
            <a:br/>
            <a:r>
              <a:t>• Validate screenshot/browser/keystroke policies</a:t>
            </a:r>
            <a:br/>
            <a:r>
              <a:t>• Move demo DB mapping to provisioning flow</a:t>
            </a:r>
            <a:br/>
            <a:r>
              <a:t>• Avoid returning Bibo tokens from local activation response</a:t>
            </a:r>
            <a:br/>
            <a:r>
              <a:t>• Secure client-secret management</a:t>
            </a:r>
            <a:br/>
            <a:r>
              <a:t>• Add automated integration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Bibo Employee Tracking – Keycloak SSO POC |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11. Final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Manager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Keycloak is the authentication entry point for the HR application.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Successful Keycloak login generates a short-lived activation code for Bibo Desktop.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Bibo Desktop establishes its authenticated Bibo session without a separate manual Bibo login.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The authenticated user is mapped to a Bibo business membership.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Activity data reaches the backend and the final /v1/sync/batch request returned HTTP 200.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</a:defRPr>
            </a:pPr>
            <a:r>
              <a:t>Therefore, the complete local POC — Keycloak → HR → Bibo activation → Bibo session → activity sync — has been implemented and successfully verified.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5257800"/>
            <a:ext cx="7955279" cy="64008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67712" y="5367528"/>
            <a:ext cx="7626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FINAL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5824728"/>
            <a:ext cx="7626096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D2D2D"/>
                </a:solidFill>
              </a:defRPr>
            </a:pPr>
            <a:r>
              <a:t>END-TO-END POC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Bibo Employee Tracking – Keycloak SSO POC | 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Appendix: Local POC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Reference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Keycloak: http://127.0.0.1:8080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HR App: http://127.0.0.1:8081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Bibo Backend: http://127.0.0.1:8090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Bibo Desktop local server: 127.0.0.1:47615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Database: PostgreSQL 16, container bibo_postgres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Demo user: hr-user1@example.com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Demo business: Hawk Demo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r>
              <a:t>Key endpoints: /v1/auth/keycloak, /v1/auth/desktop/activation, /v1/auth/desktop/activate, /v1/sync/batch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6969"/>
                </a:solidFill>
              </a:defRPr>
            </a:pPr>
            <a:r>
              <a:t>Bibo Employee Tracking – Keycloak SSO POC |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1083</Words>
  <Application>Microsoft Office PowerPoint</Application>
  <PresentationFormat>Widescreen</PresentationFormat>
  <Paragraphs>153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To run application (HR):-cd "C:\Users\MY PC\Downloads\keycloak_hr_cloud_sales_demo" $env:KEYCLOAK_REALM="master" python .\hr_app.py</vt:lpstr>
      <vt:lpstr>To run Bibo Desktop :-cd "C:\Users\MY PC\Desktop\bibo-emplooyee-tracking\apps\desktop"                    $env:CTRACKING_BACKEND_URL="http://127.0.0.1:8090" pnpm tauri dev</vt:lpstr>
      <vt:lpstr>To run Bibo backend:-cd "C:\Users\MY PC\Desktop\bibo-emplooyee-tracking\apps\backend" go run .\cmd\server</vt:lpstr>
      <vt:lpstr>To run Bibo backend (in detail):-cd "C:\Users\MY PC\Desktop\bibo-emplooyee-tracking\apps\backend" go run .\cmd\server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MY PC</dc:creator>
  <cp:keywords/>
  <dc:description>generated using python-pptx</dc:description>
  <cp:lastModifiedBy>MY PC</cp:lastModifiedBy>
  <cp:revision>3</cp:revision>
  <dcterms:created xsi:type="dcterms:W3CDTF">2013-01-27T09:14:16Z</dcterms:created>
  <dcterms:modified xsi:type="dcterms:W3CDTF">2026-09-29T19:49:17Z</dcterms:modified>
  <cp:category/>
</cp:coreProperties>
</file>